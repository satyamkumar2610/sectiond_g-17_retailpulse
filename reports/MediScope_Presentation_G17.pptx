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01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8715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MediScope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6598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Patient Datasets into Actionable Healthcare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2751" y="3438635"/>
            <a:ext cx="8229600" cy="13716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87499" y="3595254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G-17 | Newton School of Technology • Mentor: Archit Raj •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02336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566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systems lack visibility into: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patient sub-populations drive extended ICU stays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lab departments generate disproportionate volume vs. diagnostic yield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data-driven insight, leadership cannot: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Allocate beds &amp; staff proactively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Distinguish signal from noise in test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9144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6002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49240" y="15544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Dominance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49240" y="18745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emergency cases, 36% longer stays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606040"/>
            <a:ext cx="393192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26517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9718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 flag 4–5 pts higher (p &lt; 0.0001)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393192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3794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9240" y="3749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Drain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40690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+ highest abnormal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ETL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Records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20440" y="1005840"/>
            <a:ext cx="256032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051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83680" y="1005840"/>
            <a:ext cx="210312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051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691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697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76,069 laboratory event rows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063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ICU patients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4290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admission records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794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ID, Admission ID, Test Type, Abnormal Flag, LOS, Admission Type, Gender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160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retained after cleaning (5 rows with unresolvable nulls removed)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Metrics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76,069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testing activity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6596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143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063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10-15% in outpatient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96596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143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 days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baseline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196596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1143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🚑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20840" y="1783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cs typeface="Calibri" pitchFamily="34" charset="-120"/>
              </a:rPr>
              <a:t>760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208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 Patient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3063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Test</a:t>
            </a:r>
            <a:endParaRPr lang="en-US" sz="1000" dirty="0"/>
          </a:p>
        </p:txBody>
      </p:sp>
      <p:pic>
        <p:nvPicPr>
          <p:cNvPr id="24" name="Picture 23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55BADB0-FD16-25E5-A008-7C51B76C9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26132"/>
            <a:ext cx="1874520" cy="1074419"/>
          </a:xfrm>
          <a:prstGeom prst="rect">
            <a:avLst/>
          </a:prstGeom>
        </p:spPr>
      </p:pic>
      <p:pic>
        <p:nvPicPr>
          <p:cNvPr id="26" name="Picture 25" descr="A white rectangle with black text and numbers&#10;&#10;AI-generated content may be incorrect.">
            <a:extLst>
              <a:ext uri="{FF2B5EF4-FFF2-40B4-BE49-F238E27FC236}">
                <a16:creationId xmlns:a16="http://schemas.microsoft.com/office/drawing/2014/main" id="{6F68EAE1-F82E-B4D5-07DF-B57B191B1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373" y="3263123"/>
            <a:ext cx="1693214" cy="1080277"/>
          </a:xfrm>
          <a:prstGeom prst="rect">
            <a:avLst/>
          </a:prstGeom>
        </p:spPr>
      </p:pic>
      <p:pic>
        <p:nvPicPr>
          <p:cNvPr id="29" name="Picture 28" descr="A black and white rectangular object with numbers&#10;&#10;AI-generated content may be incorrect.">
            <a:extLst>
              <a:ext uri="{FF2B5EF4-FFF2-40B4-BE49-F238E27FC236}">
                <a16:creationId xmlns:a16="http://schemas.microsoft.com/office/drawing/2014/main" id="{A1D5DCDF-D715-BF43-16A0-8DDF6305B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3316399"/>
            <a:ext cx="1783080" cy="1084151"/>
          </a:xfrm>
          <a:prstGeom prst="rect">
            <a:avLst/>
          </a:prstGeom>
        </p:spPr>
      </p:pic>
      <p:pic>
        <p:nvPicPr>
          <p:cNvPr id="31" name="Picture 30" descr="A white rectangle with black text&#10;&#10;AI-generated content may be incorrect.">
            <a:extLst>
              <a:ext uri="{FF2B5EF4-FFF2-40B4-BE49-F238E27FC236}">
                <a16:creationId xmlns:a16="http://schemas.microsoft.com/office/drawing/2014/main" id="{1510773A-85D2-8865-F900-C42F56705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263123"/>
            <a:ext cx="1783080" cy="1080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Exploratory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 dominance: 91% of volume, 36% longer LOS than elective (28.8 vs. 21.2 days)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disparity: Female patients consistently flag higher abnormal rates across all admission types (p &lt; 0.0001)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bottleneck: Highest test volume (33,567 tests) AND highest abnormal rate (44.5%)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Volume-rate divergence: Test volume spikes peak at 9,200/month but abnormal rate stays flat at 39% — signature of systematic over-testing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 &amp; Statistical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474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246888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vs. Elective LOS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7.6 days (+36%)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743200" cy="3474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508760"/>
            <a:ext cx="246888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vs. Abnormal Flag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&gt; Male (all types)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3474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508760"/>
            <a:ext cx="246888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Segmentation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identified (n=60,26,14)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2: Critical outliers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statistically significant and reproducible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Executive Decision-Support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KPIs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tests, abnormal rates, patient load, LOS 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(30-second overview)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Operational Drivers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disparities, LOS by admission type, risk segments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5146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leaders (5-min deep dive)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Deep Dive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quadrant analysis, volume spikes, test justify signals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34747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heads (bottleneck isolation)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published at: public.tableau.com/app/profile/sambhav.kumar2781/viz/dv_p7/Dashboard1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(1 of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69164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Optimize Emergency Triage Workflows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discharge protocols + daily LOS review rounds (18-25 day window)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10% LOS reduction = 264 recovered bed-days per 100-patient cycle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169164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Introduce Gender-Specific Laboratory Reference Ranges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D_LABITEMS, recalibrate female-specific thresholds, 30-day parallel 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5–10% reduction in false-positive alerts = ~2,083 fewer physician review events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(2 of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69164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 Hematology Repeat-Testing Hard Stops in EHR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clinical justification for 24-hr repeat panels + peer benchmarking dashboards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15% volume reduction + reagent savings + lower alert load on nursing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169164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Prospective LOS Prediction Model for Critical Outliers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 2 (14 critical patients) → supervised model → admission-day flagging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Impact: Early identification reduces reactive escalation (2–3x cost premium). Requires 1K+ patient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🛏️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LOS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35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bed-days recovered per 100-patient cycle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Reference Ranges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1671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~2,083 fewer false-positive alerts per cycle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Hard Stops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898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volume reduction + significant reagent savings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LOS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630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2–3x cost savings (post dataset expansion)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size (100 patients) sufficient for hypothesis testing but limiting for ML model 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direct cost data — all financial estimates use published benchmarks, not actual billing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institution, specific time window — regional, seasonal, and case-mix variations not captured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D4E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Roadmap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 expansion to 1,000+ patients (full MIMIC-III cohort) for robust ML training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Integration of hospital billing &amp; cost data for precise Cost-Benefit Analyses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7889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EHR dashboard integration for prospective operational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Contributions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Kumar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97180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&amp; Data Engineer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pipeline, architecture, integration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Sambhav Kumar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Specialist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design &amp; dashboards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Shagun Singh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331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T-tests, Chi-Square, K-Means clustering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651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651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&amp; documentation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QA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&amp; presentation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Archit Raj | Newton School of Technology | April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github.com/Satyamkumar2610/SectionD_G-17_MediScope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886</Words>
  <Application>Microsoft Macintosh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Sambhav Kumar</cp:lastModifiedBy>
  <cp:revision>2</cp:revision>
  <dcterms:created xsi:type="dcterms:W3CDTF">2026-04-29T14:43:38Z</dcterms:created>
  <dcterms:modified xsi:type="dcterms:W3CDTF">2026-04-29T16:29:32Z</dcterms:modified>
</cp:coreProperties>
</file>